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2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13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nome do projeto e deixe a proposta de valor no ar. A frase abaixo do subtítulo já responde 'o que é isso?' antes de qualquer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'por que esse projeto existe?' antes de alguém perguntar. Os 4 dados numéricos dão embasamento quantitativo. O ciclo do problema mostra que você entende o fluxo completo, não apenas um ponto isolado.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'como funciona?' e 'o que tem de diferente?'. As caixas azul claro em cada pilar respondem antecipadamente as perguntas mais comuns da banca: por que perfil importa, por que o match não é caixa-preta, qual o resultado esperado e o que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que responde: 'por que não React?' — a caixa azul clara faz isso diretamente. O fluxo de deploy mostra que você entende como o GitHub Pages funciona, não apenas que 'funciona'.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Responde: 'o que o usuário ganha de concreto?' e 'qual o impacto esperado?'. 6 benefícios diretos, cada um ligado a uma dor mapeada no slide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Responde: 'onde está publicado?' antes de perguntarem. O resumo técnico reforça os pontos que a banca pode querer confirmar. ⚠️ LEMBRE DE SUBSTITUIR O LINK pelo seu GitHub Pages real antes de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ppjorgensen.github.io/matchstage-2026.github.i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3474720" cy="16687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563EB">
              <a:alpha val="12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3B82F6"/>
                </a:solidFill>
              </a:rPr>
              <a:t>PROJETO ACADÊMICO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Match</a:t>
            </a:r>
            <a:r>
              <a:rPr lang="en-US" sz="5400" b="1" dirty="0">
                <a:solidFill>
                  <a:srgbClr val="3B82F6"/>
                </a:solidFill>
              </a:rPr>
              <a:t>Stage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AEC0"/>
                </a:solidFill>
              </a:rPr>
              <a:t>Plataforma Inteligente de Conexão para Estágios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384048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Uma plataforma web que analisa o perfil do estudante e recomenda vagas de estágio compatíveis — conectando pessoas às oportunidades certas.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HTML5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CSS3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Bootstrap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JavaScript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GitHub Pages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Apresentação de Projeto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O PROBLEMA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Por que encontrar estágios é tão difícil?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73%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dos estudantes não encontram vagas alinhadas ao seu curso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5×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42032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mais candidaturas sem sistema de filtragem por perfil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60%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dos estagiários sem acompanhamento profissional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1696" y="1115568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11696" y="1170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</a:rPr>
              <a:t>2 em 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11696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encerram estágio antes do prazo por desalinhamento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Principais dores relatadas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Alta concorrência sem diferenciação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Todos enviam o mesmo currículo genérico, sem orientação para se destacar.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46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Vagas desalinhadas com a formação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Portais tradicionais não filtram por competências reais do candidato.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Falta de preparo para seletivos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059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Estudantes chegam a entrevistas sem orientação de currículo ou postura.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165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370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Zero acompanhamento pós-candidatura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4572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Após enviar, o estudante perde o rastro de todas as suas candidaturas.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514600"/>
            <a:ext cx="41605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63EB"/>
                </a:solidFill>
              </a:rPr>
              <a:t>O ciclo do problema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443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443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1.  Estudante busca estágio em portais genéricos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329184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4015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4015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2.  Encontra centenas de vagas sem filtro de perfil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374904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8587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587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3.  Envia currículos em massa sem orientação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420624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4315968"/>
            <a:ext cx="3931920" cy="338328"/>
          </a:xfrm>
          <a:prstGeom prst="roundRect">
            <a:avLst>
              <a:gd name="adj" fmla="val 16216"/>
            </a:avLst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159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4.  Não recebe retorno — ou aceita vaga incompatível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A SOLUÇÃO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Quatro pilares que mudam a experiência do estágio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 MatchStage não é mais um portal de vagas — coloca o estudante no centro e entrega compatibilidade, não volume.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Perfil do Estudante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Mapeamento de habilidades técnicas, soft skills, área de interesse, semestre e disponibilidade — criando um perfil dinâmico e rico.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Por que isso importa? Sem um perfil estruturado, qualquer recomendação é chute.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33472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70632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70632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70632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Match Inteligente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70632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Algoritmo que cruza o perfil com requisitos reais das vagas e gera um índice de compatibilidade transparente para o estudante.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06624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0632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Diferencial: o estudante vê por que uma vaga é recomendada — não é caixa-preta.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9744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46904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46904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46904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Preparação Profissional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46904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Recursos integrados de orientação: dicas de entrevista, revisão de currículo e trilhas de desenvolvimento baseadas no perfil.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82896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46904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Resultado: o estudante chega ao processo seletivo mais bem preparado.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86016" y="141732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23176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</a:rPr>
              <a:t>PILAR 04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23176" y="1737360"/>
            <a:ext cx="384048" cy="38404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23176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Acompanhamento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23176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Painel de candidaturas com status em tempo real — o estudante sabe exatamente em qual etapa está cada processo.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59168" y="3566160"/>
            <a:ext cx="1865376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</a:rPr>
              <a:t>Resolve: a perda de controle pós-candidatura, uma das maiores queixas mapeadas.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TECNOLOGIAS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Stack técnica e decisões de arquitetura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HTML5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Estrutura semântica da página. Tags como &lt;section&gt;, &lt;nav&gt;, &lt;footer&gt; melhoram acessibilidade e SEO.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21408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94560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CSS3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12848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Estilização completa: variáveis CSS, clamp(), grid, flexbox, pseudo-elementos e media queries.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85616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58768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Bootstrap 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77056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Grid responsivo e componentes (navbar, collapse). Usado via CDN — sem build local necessário.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49824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22976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JavaScript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41264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Intersection Observer para animações e scroll suave. Sem jQuery, sem frameworks — código leve.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14032" y="1078992"/>
            <a:ext cx="1572768" cy="18288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87184" y="1133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 Pages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05472" y="1499616"/>
            <a:ext cx="13898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Hospedagem gratuita, deploy automático por push no repositório. URL pública e HTTPS nativo.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90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Por que não usamos React ou outro framework?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3649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</a:rPr>
              <a:t>O escopo do projeto é uma landing page estática — React adicionaria complexidade desnecessária (Node.js, bundle, build). A escolha por tecnologias nativas reduz a curva de entrada, elimina dependências instáveis e garante que qualquer pessoa da equipe consiga manter o código sem configuração de ambiente.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Fluxo de publicação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Código local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21408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git push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84448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85616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8656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9824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9824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GitHub Pages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12864" y="437083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14032" y="43708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14032" y="4370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URL pública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563EB"/>
                </a:solidFill>
              </a:rPr>
              <a:t>BENEFÍCIOS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 que muda para o estudante com a MatchStage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Menos esforço,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mais assertividade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Apenas vagas que fazem sentido para o perfil — sem horas filtrando resultados irrelevantes.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107899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93008" y="1645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Visibilidade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 progresso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Painel com status real de cada candidatura em cada etapa do processo seletivo.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54496" y="107899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1656" y="1216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91656" y="1645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Desenvolvimento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continuado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91656" y="21396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Orientações personalizadas baseadas nas lacunas entre o perfil e as vagas de interesse.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Conexões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mais qualificadas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142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Empresas recebem candidatos alinhados — melhora a taxa de sucesso dos dois lados.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55848" y="295351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3008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93008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Processo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mais rápido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40142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 perfil completo e vagas compatíveis, o tempo entre candidatura e aprovação cai.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4496" y="2953512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91656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91656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Controle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dos seus dados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91656" y="40142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 estudante decide o que compartilhar e com quais empresas — privacidade ativa.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097280"/>
            <a:ext cx="5029200" cy="5029200"/>
          </a:xfrm>
          <a:prstGeom prst="ellipse">
            <a:avLst/>
          </a:prstGeom>
          <a:solidFill>
            <a:srgbClr val="2563EB">
              <a:alpha val="9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Obrigado pela atenção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Match</a:t>
            </a:r>
            <a:r>
              <a:rPr lang="en-US" sz="4000" b="1" dirty="0">
                <a:solidFill>
                  <a:srgbClr val="3B82F6"/>
                </a:solidFill>
              </a:rPr>
              <a:t>Stage</a:t>
            </a:r>
            <a:r>
              <a:rPr lang="en-US" sz="4000" b="1" dirty="0">
                <a:solidFill>
                  <a:srgbClr val="FFFFFF"/>
                </a:solidFill>
              </a:rPr>
              <a:t> está no ar.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Acesse, explore e avalie o projeto em funcionamento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200400" cy="228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2316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228600" dist="50800" dir="2700000" algn="bl" rotWithShape="0">
              <a:srgbClr val="2563EB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Acessar Landing Page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4522" y="2971800"/>
            <a:ext cx="378680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b="1" u="sng" dirty="0">
                <a:hlinkClick r:id="rId3"/>
              </a:rPr>
              <a:t>https://jppjorgensen.github.io/matchstage-2026.github.io/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 que você vai encontrar: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490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Landing page estática publicada via GitHub Pages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05079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0050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HTML5 + CSS3 + Bootstrap 5 + JavaScript puro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2611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Totalmente responsiva — celular e desktop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5628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1713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Animações com Intersection Observer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8188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731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Código comentado e organizado por seções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1017</Words>
  <Application>Microsoft Macintosh PowerPoint</Application>
  <PresentationFormat>Apresentação na tela 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MatchStage – Apresentação Acadêmica</dc:title>
  <dc:subject>PptxGenJS Presentation</dc:subject>
  <dc:creator>MatchStage</dc:creator>
  <cp:lastModifiedBy>João Pedro</cp:lastModifiedBy>
  <cp:revision>3</cp:revision>
  <dcterms:created xsi:type="dcterms:W3CDTF">2026-06-17T23:22:44Z</dcterms:created>
  <dcterms:modified xsi:type="dcterms:W3CDTF">2026-06-18T02:27:40Z</dcterms:modified>
</cp:coreProperties>
</file>